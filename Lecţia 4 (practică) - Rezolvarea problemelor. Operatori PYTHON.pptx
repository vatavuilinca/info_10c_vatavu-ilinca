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5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4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4A9B8-964F-4DC6-A402-3E740CFE27CB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2E69E-7AEA-4CE1-B614-DB26C61868D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d148c3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d148c3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06B1E-5B0C-4FB0-9539-3720E35CB405}" type="datetimeFigureOut">
              <a:rPr lang="ru-RU" smtClean="0"/>
              <a:pPr/>
              <a:t>11.09.2020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29EFA-A33A-489D-AC4F-F33F8EABAB5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7162800" y="152400"/>
            <a:ext cx="1747550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838200" y="2667000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r>
              <a:rPr lang="ro-MO" dirty="0" smtClean="0"/>
              <a:t>- </a:t>
            </a:r>
            <a:r>
              <a:rPr lang="en-US" dirty="0" smtClean="0"/>
              <a:t>FUNC</a:t>
            </a:r>
            <a:r>
              <a:rPr lang="ro-MO" dirty="0" smtClean="0"/>
              <a:t>ŢIA PRINT()</a:t>
            </a:r>
            <a:br>
              <a:rPr lang="ro-MO" dirty="0" smtClean="0"/>
            </a:br>
            <a:r>
              <a:rPr lang="ro-MO" dirty="0" smtClean="0"/>
              <a:t>-</a:t>
            </a:r>
            <a:r>
              <a:rPr lang="ro-MO" dirty="0" smtClean="0"/>
              <a:t> </a:t>
            </a:r>
            <a:r>
              <a:rPr lang="ro-MO" dirty="0" smtClean="0"/>
              <a:t>OPERATORI MATEMATICI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o-MO" dirty="0" smtClean="0"/>
              <a:t>- OREPATORI LOGICI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print() Function PYTHON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135563"/>
          </a:xfrm>
        </p:spPr>
        <p:txBody>
          <a:bodyPr/>
          <a:lstStyle/>
          <a:p>
            <a:pPr algn="just">
              <a:buNone/>
            </a:pPr>
            <a:r>
              <a:rPr lang="ro-RO" sz="1800" dirty="0" smtClean="0"/>
              <a:t>Funcția </a:t>
            </a:r>
            <a:r>
              <a:rPr lang="ro-RO" sz="1800" b="1" dirty="0" smtClean="0"/>
              <a:t>print () </a:t>
            </a:r>
            <a:r>
              <a:rPr lang="ro-RO" sz="1800" dirty="0" smtClean="0"/>
              <a:t>tipărește mesajul specificat pe ecran sau pe alt dispozitiv de ieșire</a:t>
            </a:r>
            <a:r>
              <a:rPr lang="en-US" sz="1800" dirty="0"/>
              <a:t> </a:t>
            </a:r>
            <a:endParaRPr lang="en-US" sz="1800" dirty="0" smtClean="0"/>
          </a:p>
          <a:p>
            <a:pPr algn="just">
              <a:buNone/>
            </a:pPr>
            <a:r>
              <a:rPr lang="ro-RO" sz="1800" dirty="0" smtClean="0"/>
              <a:t>standard. Mesajul poate fi un șir sau orice alt obiect, obiectul va fi convertit într-un șir</a:t>
            </a:r>
            <a:endParaRPr lang="en-US" sz="1800" dirty="0" smtClean="0"/>
          </a:p>
          <a:p>
            <a:pPr algn="just">
              <a:buNone/>
            </a:pPr>
            <a:r>
              <a:rPr lang="ro-RO" sz="1800" dirty="0" smtClean="0"/>
              <a:t>înainte de a fi scris pe ecran.</a:t>
            </a:r>
            <a:endParaRPr lang="en-US" sz="1800" dirty="0" smtClean="0"/>
          </a:p>
          <a:p>
            <a:pPr>
              <a:buNone/>
            </a:pPr>
            <a:r>
              <a:rPr lang="ro-RO" sz="1800" b="1" dirty="0" smtClean="0"/>
              <a:t>Imprimați un mesaj </a:t>
            </a:r>
            <a:r>
              <a:rPr lang="en-US" sz="1800" b="1" dirty="0" smtClean="0"/>
              <a:t>la</a:t>
            </a:r>
            <a:r>
              <a:rPr lang="ro-RO" sz="1800" b="1" dirty="0" smtClean="0"/>
              <a:t> ecran:</a:t>
            </a:r>
            <a:r>
              <a:rPr lang="en-US" sz="1800" b="1" dirty="0" smtClean="0"/>
              <a:t>  </a:t>
            </a:r>
            <a:r>
              <a:rPr lang="en-US" sz="1800" dirty="0" smtClean="0"/>
              <a:t>print</a:t>
            </a:r>
            <a:r>
              <a:rPr lang="en-US" sz="1800" dirty="0"/>
              <a:t>("Hello World</a:t>
            </a:r>
            <a:r>
              <a:rPr lang="en-US" sz="1800" dirty="0" smtClean="0"/>
              <a:t>")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ro-RO" sz="1800" b="1" dirty="0" smtClean="0"/>
              <a:t>Imprimați mai multe </a:t>
            </a:r>
            <a:r>
              <a:rPr lang="en-US" sz="1800" b="1" dirty="0" err="1" smtClean="0"/>
              <a:t>mesaje</a:t>
            </a:r>
            <a:r>
              <a:rPr lang="ro-RO" sz="1800" dirty="0" smtClean="0"/>
              <a:t>:</a:t>
            </a:r>
            <a:r>
              <a:rPr lang="en-US" sz="1800" dirty="0" smtClean="0"/>
              <a:t> </a:t>
            </a:r>
            <a:r>
              <a:rPr lang="en-US" sz="1800" dirty="0"/>
              <a:t>print("Hello", "how are you?") </a:t>
            </a:r>
            <a:endParaRPr lang="en-US" sz="1800" dirty="0" smtClean="0"/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r>
              <a:rPr lang="ro-RO" sz="1800" b="1" dirty="0" smtClean="0"/>
              <a:t>Imprimați </a:t>
            </a:r>
            <a:r>
              <a:rPr lang="en-US" sz="1800" b="1" dirty="0" smtClean="0"/>
              <a:t>un </a:t>
            </a:r>
            <a:r>
              <a:rPr lang="ro-MO" sz="1800" b="1" dirty="0" smtClean="0"/>
              <a:t>şir predefinit</a:t>
            </a:r>
            <a:r>
              <a:rPr lang="en-US" sz="1800" b="1" dirty="0" smtClean="0"/>
              <a:t>:</a:t>
            </a:r>
            <a:endParaRPr lang="ru-RU" sz="18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3657600"/>
            <a:ext cx="335631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905000"/>
            <a:ext cx="19145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3048000"/>
            <a:ext cx="3076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Прямоугольник 10"/>
          <p:cNvSpPr/>
          <p:nvPr/>
        </p:nvSpPr>
        <p:spPr>
          <a:xfrm>
            <a:off x="304800" y="3581400"/>
            <a:ext cx="6629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x = ("apple", "banana", "cherry")</a:t>
            </a:r>
            <a:br>
              <a:rPr lang="it-IT" dirty="0"/>
            </a:br>
            <a:r>
              <a:rPr lang="it-IT" dirty="0"/>
              <a:t>print(x) </a:t>
            </a:r>
            <a:endParaRPr lang="it-IT" dirty="0" smtClean="0"/>
          </a:p>
          <a:p>
            <a:endParaRPr lang="it-IT" dirty="0"/>
          </a:p>
          <a:p>
            <a:r>
              <a:rPr lang="ro-RO" b="1" dirty="0" smtClean="0"/>
              <a:t>Imprimați două mesaje și specificați</a:t>
            </a:r>
            <a:r>
              <a:rPr lang="en-US" b="1" dirty="0" smtClean="0"/>
              <a:t> </a:t>
            </a:r>
            <a:r>
              <a:rPr lang="ro-RO" b="1" dirty="0" smtClean="0"/>
              <a:t>separatorul</a:t>
            </a:r>
            <a:r>
              <a:rPr lang="en-US" b="1" dirty="0" smtClean="0"/>
              <a:t> </a:t>
            </a:r>
            <a:r>
              <a:rPr lang="en-US" b="1" dirty="0" err="1" smtClean="0"/>
              <a:t>dintre</a:t>
            </a:r>
            <a:r>
              <a:rPr lang="en-US" b="1" dirty="0" smtClean="0"/>
              <a:t> </a:t>
            </a:r>
            <a:r>
              <a:rPr lang="en-US" b="1" dirty="0" err="1" smtClean="0"/>
              <a:t>ele</a:t>
            </a:r>
            <a:r>
              <a:rPr lang="ro-RO" b="1" dirty="0" smtClean="0"/>
              <a:t>:</a:t>
            </a:r>
            <a:endParaRPr lang="en-US" b="1" dirty="0" smtClean="0"/>
          </a:p>
          <a:p>
            <a:r>
              <a:rPr lang="en-US" dirty="0" smtClean="0"/>
              <a:t>print</a:t>
            </a:r>
            <a:r>
              <a:rPr lang="en-US" dirty="0"/>
              <a:t>("Hello", "how are you?", sep</a:t>
            </a:r>
            <a:r>
              <a:rPr lang="en-US" dirty="0" smtClean="0"/>
              <a:t>="---")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it-IT" dirty="0" smtClean="0"/>
              <a:t>print ("Betisor Sorin","07.10.2004","Republica Moldova",sep='\n')</a:t>
            </a:r>
            <a:endParaRPr lang="en-US" b="1" dirty="0" smtClean="0"/>
          </a:p>
          <a:p>
            <a:endParaRPr lang="ru-RU" b="1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4800600"/>
            <a:ext cx="27622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1200" y="5867400"/>
            <a:ext cx="19145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print() Function PYTHON *</a:t>
            </a:r>
            <a:r>
              <a:rPr lang="en-US" b="1" dirty="0" err="1" smtClean="0"/>
              <a:t>Exemple</a:t>
            </a:r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066800"/>
            <a:ext cx="435799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905000"/>
            <a:ext cx="1752600" cy="781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799" y="2971800"/>
            <a:ext cx="4191001" cy="69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799" y="4038600"/>
            <a:ext cx="624701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1828799"/>
            <a:ext cx="3276600" cy="89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800" y="4953000"/>
            <a:ext cx="557682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76800" y="2971800"/>
            <a:ext cx="38481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Întreruperea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linii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C00000"/>
                </a:solidFill>
              </a:rPr>
              <a:t>Utilizarea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backslash-</a:t>
            </a:r>
            <a:r>
              <a:rPr lang="en-US" b="1" dirty="0" err="1">
                <a:solidFill>
                  <a:srgbClr val="C00000"/>
                </a:solidFill>
              </a:rPr>
              <a:t>ului</a:t>
            </a:r>
            <a:r>
              <a:rPr lang="en-US" b="1" dirty="0">
                <a:solidFill>
                  <a:srgbClr val="C00000"/>
                </a:solidFill>
              </a:rPr>
              <a:t> \: </a:t>
            </a:r>
            <a:endParaRPr lang="ro-MO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dirty="0"/>
              <a:t>print \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(\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22</a:t>
            </a:r>
            <a:r>
              <a:rPr lang="en-US" dirty="0"/>
              <a:t>\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) </a:t>
            </a:r>
            <a:endParaRPr lang="ro-MO" dirty="0" smtClean="0"/>
          </a:p>
          <a:p>
            <a:pPr>
              <a:buNone/>
            </a:pPr>
            <a:r>
              <a:rPr lang="en-US" b="1" dirty="0" smtClean="0"/>
              <a:t>Rezultat:22</a:t>
            </a:r>
            <a:endParaRPr lang="ro-MO" b="1" dirty="0" smtClean="0"/>
          </a:p>
          <a:p>
            <a:pPr>
              <a:buNone/>
            </a:pPr>
            <a:endParaRPr lang="ro-MO" dirty="0"/>
          </a:p>
          <a:p>
            <a:pPr>
              <a:buNone/>
            </a:pPr>
            <a:r>
              <a:rPr lang="en-US" b="1" dirty="0" err="1" smtClean="0">
                <a:solidFill>
                  <a:srgbClr val="C00000"/>
                </a:solidFill>
              </a:rPr>
              <a:t>Utilizarea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g</a:t>
            </a:r>
            <a:r>
              <a:rPr lang="en-US" b="1" dirty="0" err="1" smtClean="0">
                <a:solidFill>
                  <a:srgbClr val="C00000"/>
                </a:solidFill>
              </a:rPr>
              <a:t>hilimelelor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"</a:t>
            </a:r>
            <a:r>
              <a:rPr lang="en-US" b="1" dirty="0" smtClean="0">
                <a:solidFill>
                  <a:srgbClr val="C00000"/>
                </a:solidFill>
              </a:rPr>
              <a:t>: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dirty="0"/>
              <a:t>print \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... </a:t>
            </a:r>
            <a:r>
              <a:rPr lang="en-US" dirty="0"/>
              <a:t>(""" </a:t>
            </a:r>
            <a:r>
              <a:rPr lang="en-US" dirty="0" err="1"/>
              <a:t>Exemplu</a:t>
            </a:r>
            <a:r>
              <a:rPr lang="en-US" dirty="0"/>
              <a:t> de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... </a:t>
            </a:r>
            <a:r>
              <a:rPr lang="en-US" dirty="0" err="1"/>
              <a:t>linii</a:t>
            </a:r>
            <a:r>
              <a:rPr lang="en-US" dirty="0"/>
              <a:t>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... </a:t>
            </a:r>
            <a:r>
              <a:rPr lang="en-US" dirty="0" err="1" smtClean="0"/>
              <a:t>întrerupte</a:t>
            </a:r>
            <a:r>
              <a:rPr lang="en-US" dirty="0" smtClean="0"/>
              <a:t>"</a:t>
            </a:r>
            <a:r>
              <a:rPr lang="en-US" dirty="0" smtClean="0"/>
              <a:t>"" </a:t>
            </a:r>
            <a:endParaRPr lang="ro-MO" dirty="0" smtClean="0"/>
          </a:p>
          <a:p>
            <a:pPr>
              <a:buNone/>
            </a:pPr>
            <a:r>
              <a:rPr lang="ro-MO" dirty="0"/>
              <a:t>	</a:t>
            </a:r>
            <a:r>
              <a:rPr lang="en-US" dirty="0" smtClean="0"/>
              <a:t>... )</a:t>
            </a:r>
          </a:p>
          <a:p>
            <a:pPr>
              <a:buNone/>
            </a:pPr>
            <a:r>
              <a:rPr lang="en-US" b="1" dirty="0" err="1" smtClean="0"/>
              <a:t>Rezultat</a:t>
            </a:r>
            <a:r>
              <a:rPr lang="en-US" b="1" dirty="0" smtClean="0"/>
              <a:t>: </a:t>
            </a:r>
            <a:r>
              <a:rPr lang="en-US" dirty="0" err="1" smtClean="0"/>
              <a:t>Exemplu</a:t>
            </a:r>
            <a:r>
              <a:rPr lang="en-US" dirty="0" smtClean="0"/>
              <a:t> de </a:t>
            </a:r>
            <a:endParaRPr lang="ro-MO" dirty="0" smtClean="0"/>
          </a:p>
          <a:p>
            <a:pPr>
              <a:buNone/>
            </a:pPr>
            <a:r>
              <a:rPr lang="ro-MO" dirty="0" smtClean="0"/>
              <a:t>	</a:t>
            </a:r>
            <a:r>
              <a:rPr lang="en-US" dirty="0"/>
              <a:t>	</a:t>
            </a:r>
            <a:r>
              <a:rPr lang="en-US" dirty="0" err="1" smtClean="0"/>
              <a:t>linii</a:t>
            </a:r>
            <a:r>
              <a:rPr lang="en-US" dirty="0" smtClean="0"/>
              <a:t> </a:t>
            </a:r>
            <a:endParaRPr lang="ro-MO" dirty="0" smtClean="0"/>
          </a:p>
          <a:p>
            <a:pPr>
              <a:buNone/>
            </a:pPr>
            <a:r>
              <a:rPr lang="ro-MO" dirty="0" smtClean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intrerupte</a:t>
            </a:r>
            <a:endParaRPr lang="ru-RU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76200"/>
            <a:ext cx="8763000" cy="65532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o-MO" sz="1800" b="1" u="sng" dirty="0" smtClean="0"/>
              <a:t>Problema 1 </a:t>
            </a:r>
            <a:r>
              <a:rPr lang="ro-MO" sz="1800" dirty="0" smtClean="0"/>
              <a:t>							(4p)</a:t>
            </a:r>
          </a:p>
          <a:p>
            <a:pPr>
              <a:buNone/>
            </a:pPr>
            <a:r>
              <a:rPr lang="ro-MO" sz="1800" dirty="0" smtClean="0"/>
              <a:t>Să se afişeze următoarele date, respectând formatul:</a:t>
            </a:r>
          </a:p>
          <a:p>
            <a:pPr>
              <a:buNone/>
            </a:pPr>
            <a:r>
              <a:rPr lang="ro-MO" sz="1800" dirty="0" smtClean="0"/>
              <a:t>Struguri		100		kg</a:t>
            </a:r>
          </a:p>
          <a:p>
            <a:pPr>
              <a:buNone/>
            </a:pPr>
            <a:r>
              <a:rPr lang="ro-MO" sz="1800" dirty="0" smtClean="0"/>
              <a:t>Mere		10		tone</a:t>
            </a:r>
          </a:p>
          <a:p>
            <a:pPr>
              <a:buNone/>
            </a:pPr>
            <a:r>
              <a:rPr lang="ro-MO" sz="1800" dirty="0" smtClean="0"/>
              <a:t>Cartofi		250		kg</a:t>
            </a:r>
          </a:p>
          <a:p>
            <a:pPr>
              <a:buNone/>
            </a:pPr>
            <a:r>
              <a:rPr lang="ro-MO" sz="1800" dirty="0" smtClean="0"/>
              <a:t>Varză		1000		q</a:t>
            </a:r>
            <a:endParaRPr lang="en-US" sz="1800" dirty="0" smtClean="0"/>
          </a:p>
          <a:p>
            <a:pPr>
              <a:buNone/>
            </a:pPr>
            <a:r>
              <a:rPr lang="ro-MO" sz="1800" b="1" u="sng" dirty="0" smtClean="0"/>
              <a:t>Problema 2</a:t>
            </a:r>
            <a:r>
              <a:rPr lang="ro-MO" sz="1800" dirty="0" smtClean="0"/>
              <a:t> 							(4p)</a:t>
            </a:r>
          </a:p>
          <a:p>
            <a:pPr>
              <a:buNone/>
            </a:pPr>
            <a:r>
              <a:rPr lang="ro-MO" sz="1800" dirty="0" smtClean="0"/>
              <a:t>Se dau două numere întregi a şi b. Să se determine suma, diferenţa, câtul împărţirii, restul</a:t>
            </a:r>
          </a:p>
          <a:p>
            <a:pPr>
              <a:buNone/>
            </a:pPr>
            <a:r>
              <a:rPr lang="ro-MO" sz="1800" dirty="0" smtClean="0"/>
              <a:t>împărţirii, produsul şi ridicarea la putere.(a – baza, b – exponentul)</a:t>
            </a:r>
          </a:p>
          <a:p>
            <a:pPr>
              <a:buNone/>
            </a:pPr>
            <a:r>
              <a:rPr lang="ro-MO" sz="1800" b="1" u="sng" dirty="0" smtClean="0"/>
              <a:t>Problema 3</a:t>
            </a:r>
            <a:r>
              <a:rPr lang="ro-MO" sz="1800" dirty="0" smtClean="0"/>
              <a:t> 							(3p)</a:t>
            </a:r>
          </a:p>
          <a:p>
            <a:pPr>
              <a:buNone/>
            </a:pPr>
            <a:r>
              <a:rPr lang="ro-MO" sz="1800" dirty="0" smtClean="0"/>
              <a:t>Se dă lungimea laturii unui cub. Să se afle perimetrul suprafeţei, aria tuturor</a:t>
            </a:r>
            <a:endParaRPr lang="en-US" sz="1800" dirty="0" smtClean="0"/>
          </a:p>
          <a:p>
            <a:pPr>
              <a:buNone/>
            </a:pPr>
            <a:r>
              <a:rPr lang="ro-MO" sz="1800" dirty="0" smtClean="0"/>
              <a:t>suprafeţelor şi volumul cubului.</a:t>
            </a:r>
            <a:endParaRPr lang="en-US" sz="1800" dirty="0" smtClean="0"/>
          </a:p>
          <a:p>
            <a:pPr>
              <a:buNone/>
            </a:pPr>
            <a:r>
              <a:rPr lang="ro-MO" sz="1800" b="1" u="sng" dirty="0" smtClean="0"/>
              <a:t>Problema 4</a:t>
            </a:r>
            <a:r>
              <a:rPr lang="ro-MO" sz="1800" dirty="0" smtClean="0"/>
              <a:t> 							(4p)</a:t>
            </a:r>
            <a:endParaRPr lang="en-US" sz="1800" dirty="0" smtClean="0"/>
          </a:p>
          <a:p>
            <a:pPr>
              <a:buNone/>
            </a:pPr>
            <a:r>
              <a:rPr lang="ro-MO" sz="1800" dirty="0" smtClean="0"/>
              <a:t>Se dă numărul natural n.</a:t>
            </a:r>
          </a:p>
          <a:p>
            <a:pPr>
              <a:buFontTx/>
              <a:buChar char="-"/>
            </a:pPr>
            <a:r>
              <a:rPr lang="ro-MO" sz="1800" dirty="0" smtClean="0"/>
              <a:t>Să se transforme n metri în centimetri;</a:t>
            </a:r>
          </a:p>
          <a:p>
            <a:pPr>
              <a:buFontTx/>
              <a:buChar char="-"/>
            </a:pPr>
            <a:r>
              <a:rPr lang="ro-MO" sz="1800" dirty="0" smtClean="0"/>
              <a:t>Să se transforme n kilograme în miligrame;</a:t>
            </a:r>
          </a:p>
          <a:p>
            <a:pPr>
              <a:buFontTx/>
              <a:buChar char="-"/>
            </a:pPr>
            <a:r>
              <a:rPr lang="ro-MO" sz="1800" dirty="0" smtClean="0"/>
              <a:t>Să se transforme n ani în luni, săptămâini, zile (1 an=365 zile)</a:t>
            </a:r>
          </a:p>
          <a:p>
            <a:pPr>
              <a:buNone/>
            </a:pPr>
            <a:r>
              <a:rPr lang="ro-MO" sz="1800" b="1" u="sng" dirty="0" smtClean="0"/>
              <a:t>Problema 5</a:t>
            </a:r>
            <a:r>
              <a:rPr lang="ro-MO" sz="1800" dirty="0" smtClean="0"/>
              <a:t> 							(3p)</a:t>
            </a:r>
            <a:endParaRPr lang="en-US" sz="1800" dirty="0" smtClean="0"/>
          </a:p>
          <a:p>
            <a:pPr>
              <a:buNone/>
            </a:pPr>
            <a:r>
              <a:rPr lang="ro-MO" sz="1800" dirty="0" smtClean="0"/>
              <a:t>Se dau variabilele x şi y de tip boolean. Să se afişeze tabelul de adevăr al următoarelor funcţii </a:t>
            </a:r>
          </a:p>
          <a:p>
            <a:pPr>
              <a:buNone/>
            </a:pPr>
            <a:r>
              <a:rPr lang="ro-MO" sz="1800" dirty="0" smtClean="0"/>
              <a:t>logice: AND, OR, NOT.</a:t>
            </a:r>
            <a:endParaRPr lang="ru-RU" sz="1800" dirty="0" smtClean="0"/>
          </a:p>
          <a:p>
            <a:pPr>
              <a:buNone/>
            </a:pPr>
            <a:r>
              <a:rPr lang="ro-MO" sz="1800" b="1" u="sng" dirty="0" smtClean="0"/>
              <a:t>Problema 6</a:t>
            </a:r>
            <a:r>
              <a:rPr lang="ro-MO" sz="1800" dirty="0" smtClean="0"/>
              <a:t> 							(7p)</a:t>
            </a:r>
          </a:p>
          <a:p>
            <a:pPr>
              <a:buNone/>
            </a:pPr>
            <a:r>
              <a:rPr lang="en-US" sz="1800" dirty="0" smtClean="0"/>
              <a:t>Se d</a:t>
            </a:r>
            <a:r>
              <a:rPr lang="ro-MO" sz="1800" dirty="0" smtClean="0"/>
              <a:t>ă un număr natural n</a:t>
            </a:r>
            <a:r>
              <a:rPr lang="en-US" sz="1800" dirty="0" smtClean="0"/>
              <a:t> (n&lt;10000). S</a:t>
            </a:r>
            <a:r>
              <a:rPr lang="ro-MO" sz="1800" dirty="0" smtClean="0"/>
              <a:t>ă se afişeze:</a:t>
            </a:r>
          </a:p>
          <a:p>
            <a:pPr>
              <a:buNone/>
            </a:pPr>
            <a:r>
              <a:rPr lang="ro-MO" sz="1800" dirty="0" smtClean="0"/>
              <a:t>- 	Ultima cifră a acestui număr;</a:t>
            </a:r>
          </a:p>
          <a:p>
            <a:pPr>
              <a:buNone/>
            </a:pPr>
            <a:r>
              <a:rPr lang="ro-MO" sz="1800" dirty="0" smtClean="0"/>
              <a:t>- 	Penultima cifră a acestui număr;</a:t>
            </a:r>
          </a:p>
          <a:p>
            <a:pPr>
              <a:buNone/>
            </a:pPr>
            <a:r>
              <a:rPr lang="ro-MO" sz="1800" dirty="0" smtClean="0"/>
              <a:t>- 	Restul şi câtul împărţirii acestui număr la 9;</a:t>
            </a:r>
          </a:p>
          <a:p>
            <a:pPr>
              <a:buNone/>
            </a:pPr>
            <a:r>
              <a:rPr lang="ro-MO" sz="1800" dirty="0" smtClean="0"/>
              <a:t>- 	Suma cifrelor acestui număr;</a:t>
            </a:r>
          </a:p>
          <a:p>
            <a:pPr>
              <a:buNone/>
            </a:pPr>
            <a:r>
              <a:rPr lang="ro-MO" sz="1800" dirty="0" smtClean="0"/>
              <a:t>- 	Răsturnatul acestui număr;</a:t>
            </a:r>
          </a:p>
          <a:p>
            <a:pPr>
              <a:buFontTx/>
              <a:buChar char="-"/>
            </a:pPr>
            <a:endParaRPr lang="ro-MO" sz="1800" dirty="0" smtClean="0"/>
          </a:p>
          <a:p>
            <a:pPr>
              <a:buNone/>
            </a:pPr>
            <a:r>
              <a:rPr lang="ro-MO" sz="1800" dirty="0" smtClean="0"/>
              <a:t>						</a:t>
            </a:r>
          </a:p>
          <a:p>
            <a:pPr>
              <a:buFontTx/>
              <a:buChar char="-"/>
            </a:pPr>
            <a:endParaRPr lang="en-US" sz="1800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600200" y="58674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r>
                        <a:rPr lang="ro-MO" sz="1400" dirty="0" smtClean="0"/>
                        <a:t>Nota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10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8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7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4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MO" sz="1400" dirty="0" smtClean="0"/>
                        <a:t>Puncte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25-24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23-22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21-19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18-15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14-11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10-8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MO" sz="1400" dirty="0" smtClean="0"/>
                        <a:t>7-5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123</Words>
  <Application>Microsoft Office PowerPoint</Application>
  <PresentationFormat>Экран (4:3)</PresentationFormat>
  <Paragraphs>80</Paragraphs>
  <Slides>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- FUNCŢIA PRINT() - OPERATORI MATEMATICI - OREPATORI LOGICI</vt:lpstr>
      <vt:lpstr>print() Function PYTHON</vt:lpstr>
      <vt:lpstr>print() Function PYTHON *Exemple</vt:lpstr>
      <vt:lpstr>Întreruperea unei linii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23</cp:revision>
  <dcterms:created xsi:type="dcterms:W3CDTF">2020-09-01T10:33:09Z</dcterms:created>
  <dcterms:modified xsi:type="dcterms:W3CDTF">2020-09-11T07:35:36Z</dcterms:modified>
</cp:coreProperties>
</file>